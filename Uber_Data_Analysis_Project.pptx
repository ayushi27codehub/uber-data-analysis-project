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0-4</c:v>
                </c:pt>
                <c:pt idx="1">
                  <c:v>5-8</c:v>
                </c:pt>
                <c:pt idx="2">
                  <c:v>9-12</c:v>
                </c:pt>
                <c:pt idx="3">
                  <c:v>13-16</c:v>
                </c:pt>
                <c:pt idx="4">
                  <c:v>17-20</c:v>
                </c:pt>
                <c:pt idx="5">
                  <c:v>21-24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2000</c:v>
                </c:pt>
                <c:pt idx="1">
                  <c:v>4500</c:v>
                </c:pt>
                <c:pt idx="2">
                  <c:v>7000</c:v>
                </c:pt>
                <c:pt idx="3">
                  <c:v>8000</c:v>
                </c:pt>
                <c:pt idx="4">
                  <c:v>12000</c:v>
                </c:pt>
                <c:pt idx="5">
                  <c:v>9000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Pickups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Queens</c:v>
                </c:pt>
                <c:pt idx="3">
                  <c:v>Bronx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14000</c:v>
                </c:pt>
                <c:pt idx="1">
                  <c:v>8000</c:v>
                </c:pt>
                <c:pt idx="2">
                  <c:v>5000</c:v>
                </c:pt>
                <c:pt idx="3">
                  <c:v>3000</c:v>
                </c:pt>
                <c:pt idx="4">
                  <c:v>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Uber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Patterns in Rides Data Using Python</a:t>
            </a:r>
          </a:p>
          <a:p/>
          <a:p>
            <a:r>
              <a:t>By: Ayushi Maurya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Uber generates massive amounts of trip data daily.</a:t>
            </a:r>
          </a:p>
          <a:p>
            <a:pPr>
              <a:spcAft>
                <a:spcPts val="1000"/>
              </a:spcAft>
            </a:pPr>
            <a:r>
              <a:t>Objective: Analyze Uber ride data to uncover usage trends and business insights.</a:t>
            </a:r>
          </a:p>
          <a:p>
            <a:pPr>
              <a:spcAft>
                <a:spcPts val="1000"/>
              </a:spcAft>
            </a:pPr>
            <a:r>
              <a:t>Tools used: Python, Pandas, Matplotlib, Seaborn, Jupyter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Identify peak hours and days for Uber rides.</a:t>
            </a:r>
          </a:p>
          <a:p>
            <a:pPr>
              <a:spcAft>
                <a:spcPts val="1000"/>
              </a:spcAft>
            </a:pPr>
            <a:r>
              <a:t>Analyze trip distribution across locations.</a:t>
            </a:r>
          </a:p>
          <a:p>
            <a:pPr>
              <a:spcAft>
                <a:spcPts val="1000"/>
              </a:spcAft>
            </a:pPr>
            <a:r>
              <a:t>Understand how weather/time/day impacts demand.</a:t>
            </a:r>
          </a:p>
          <a:p>
            <a:pPr>
              <a:spcAft>
                <a:spcPts val="1000"/>
              </a:spcAft>
            </a:pPr>
            <a:r>
              <a:t>Provide data-driven insights for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Perform data cleaning and preprocessing.</a:t>
            </a:r>
          </a:p>
          <a:p>
            <a:pPr>
              <a:spcAft>
                <a:spcPts val="1000"/>
              </a:spcAft>
            </a:pPr>
            <a:r>
              <a:t>Visualize trip patterns and trends.</a:t>
            </a:r>
          </a:p>
          <a:p>
            <a:pPr>
              <a:spcAft>
                <a:spcPts val="1000"/>
              </a:spcAft>
            </a:pPr>
            <a:r>
              <a:t>Derive actionable insights for better resource allocation.</a:t>
            </a:r>
          </a:p>
          <a:p>
            <a:pPr>
              <a:spcAft>
                <a:spcPts val="1000"/>
              </a:spcAft>
            </a:pPr>
            <a:r>
              <a:t>Present results through graphs and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Dataset: Uber pickups in New York City (e.g., April–Sept 2014).</a:t>
            </a:r>
          </a:p>
          <a:p>
            <a:pPr>
              <a:spcAft>
                <a:spcPts val="1000"/>
              </a:spcAft>
            </a:pPr>
            <a:r>
              <a:t>Features include: Date/Time, Latitude, Longitude, Base (dispatching base number).</a:t>
            </a:r>
          </a:p>
          <a:p>
            <a:pPr>
              <a:spcAft>
                <a:spcPts val="1000"/>
              </a:spcAft>
            </a:pPr>
            <a:r>
              <a:t>Total Records: ~450,000+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Languages: Python</a:t>
            </a:r>
          </a:p>
          <a:p>
            <a:pPr>
              <a:spcAft>
                <a:spcPts val="1000"/>
              </a:spcAft>
            </a:pPr>
            <a:r>
              <a:t>Libraries: Pandas, NumPy, Matplotlib, Seaborn, Folium</a:t>
            </a:r>
          </a:p>
          <a:p>
            <a:pPr>
              <a:spcAft>
                <a:spcPts val="1000"/>
              </a:spcAft>
            </a:pPr>
            <a:r>
              <a:t>IDE: Jupyter Notebook</a:t>
            </a:r>
          </a:p>
          <a:p>
            <a:pPr>
              <a:spcAft>
                <a:spcPts val="1000"/>
              </a:spcAft>
            </a:pPr>
            <a:r>
              <a:t>Visualization: Bar charts, Heatmaps, Line plots, Geo-maps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Converted Date/Time to datetime format.</a:t>
            </a:r>
          </a:p>
          <a:p>
            <a:pPr>
              <a:spcAft>
                <a:spcPts val="1000"/>
              </a:spcAft>
            </a:pPr>
            <a:r>
              <a:t>Extracted hour, day, month, weekday.</a:t>
            </a:r>
          </a:p>
          <a:p>
            <a:pPr>
              <a:spcAft>
                <a:spcPts val="1000"/>
              </a:spcAft>
            </a:pPr>
            <a:r>
              <a:t>Removed duplicates &amp; handled missing values.</a:t>
            </a:r>
          </a:p>
          <a:p>
            <a:pPr>
              <a:spcAft>
                <a:spcPts val="1000"/>
              </a:spcAft>
            </a:pPr>
            <a:r>
              <a:t>Created new features for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Trips by hour, weekday, and month.</a:t>
            </a:r>
          </a:p>
          <a:p>
            <a:pPr>
              <a:spcAft>
                <a:spcPts val="1000"/>
              </a:spcAft>
            </a:pPr>
            <a:r>
              <a:t>Visualization of busiest zones.</a:t>
            </a:r>
          </a:p>
          <a:p>
            <a:pPr>
              <a:spcAft>
                <a:spcPts val="1000"/>
              </a:spcAft>
            </a:pPr>
            <a:r>
              <a:t>Relationship between time and ride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Trips by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Trips by Day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Highest rides on Friday and Saturday.</a:t>
            </a:r>
          </a:p>
          <a:p>
            <a:pPr>
              <a:spcAft>
                <a:spcPts val="1000"/>
              </a:spcAft>
            </a:pPr>
            <a:r>
              <a:t>Indicates weekend travel and nightlife demand.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Evening hours and weekends show maximum ride demand.</a:t>
            </a:r>
          </a:p>
          <a:p>
            <a:pPr>
              <a:spcAft>
                <a:spcPts val="1000"/>
              </a:spcAft>
            </a:pPr>
            <a:r>
              <a:t>Urban hotspots dominate ride activity.</a:t>
            </a:r>
          </a:p>
          <a:p>
            <a:pPr>
              <a:spcAft>
                <a:spcPts val="1000"/>
              </a:spcAft>
            </a:pPr>
            <a:r>
              <a:t>Seasonal trends show increase during summer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Increase driver availability during high-demand hours.</a:t>
            </a:r>
          </a:p>
          <a:p>
            <a:pPr>
              <a:spcAft>
                <a:spcPts val="1000"/>
              </a:spcAft>
            </a:pPr>
            <a:r>
              <a:t>Offer discounts during low-demand times.</a:t>
            </a:r>
          </a:p>
          <a:p>
            <a:pPr>
              <a:spcAft>
                <a:spcPts val="1000"/>
              </a:spcAft>
            </a:pPr>
            <a:r>
              <a:t>Optimize surge pricing and route allocation.</a:t>
            </a:r>
          </a:p>
          <a:p>
            <a:pPr>
              <a:spcAft>
                <a:spcPts val="1000"/>
              </a:spcAft>
            </a:pPr>
            <a:r>
              <a:t>Deploy real-time dashboards for demand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Missing or incomplete data.</a:t>
            </a:r>
          </a:p>
          <a:p>
            <a:pPr>
              <a:spcAft>
                <a:spcPts val="1000"/>
              </a:spcAft>
            </a:pPr>
            <a:r>
              <a:t>Outliers due to weather or events.</a:t>
            </a:r>
          </a:p>
          <a:p>
            <a:pPr>
              <a:spcAft>
                <a:spcPts val="1000"/>
              </a:spcAft>
            </a:pPr>
            <a:r>
              <a:t>Limited dataset coverage (only NYC subset).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Successful analysis of Uber trip patterns.</a:t>
            </a:r>
          </a:p>
          <a:p>
            <a:pPr>
              <a:spcAft>
                <a:spcPts val="1000"/>
              </a:spcAft>
            </a:pPr>
            <a:r>
              <a:t>Key insights into customer behavior and demand.</a:t>
            </a:r>
          </a:p>
          <a:p>
            <a:pPr>
              <a:spcAft>
                <a:spcPts val="1000"/>
              </a:spcAft>
            </a:pPr>
            <a:r>
              <a:t>Scope for integrating weather &amp; traffic data for deeper analysis.</a:t>
            </a:r>
          </a:p>
          <a:p>
            <a:pPr>
              <a:spcAft>
                <a:spcPts val="1000"/>
              </a:spcAft>
            </a:pPr>
            <a:r>
              <a:t>Future work: Predictive modeling using 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